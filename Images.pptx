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96FD"/>
    <a:srgbClr val="C00000"/>
    <a:srgbClr val="4786E2"/>
    <a:srgbClr val="2D538D"/>
    <a:srgbClr val="700704"/>
    <a:srgbClr val="7A50C1"/>
    <a:srgbClr val="FBFEFF"/>
    <a:srgbClr val="57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1397"/>
  </p:normalViewPr>
  <p:slideViewPr>
    <p:cSldViewPr snapToGrid="0">
      <p:cViewPr>
        <p:scale>
          <a:sx n="76" d="100"/>
          <a:sy n="76" d="100"/>
        </p:scale>
        <p:origin x="2544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E563-C7A4-4500-2173-63B595C76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35555-0EE4-CA43-6536-E517624ED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6E5A4-0477-14AD-8E7D-63D6C6E3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D8F17-3E0D-1E88-E7AF-797DC2D4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2747E-C044-2A34-BD56-A2AE4A6C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90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325D-9700-EA58-4AE0-9047B3D84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1CCC8-EDD6-525E-B9B5-241757FDC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E9CC9-F01D-B5A5-1B7C-4517020A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9BFBE-EC66-57CD-CAF3-2A76E246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E93BA-F5B1-FCBB-6A79-15F21BC79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90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B9B08-85D8-D408-C294-77E3FA3C3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2247-0093-F460-F13E-E759B74A2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0F029-76C0-2FDF-AF24-ED466540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615F5-FFD4-4259-EF5D-FA56B6C5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280FC-51E6-030E-1E65-96C4615C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350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8892-F455-99D5-B8E8-F8143055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13E0-ED15-1E90-41F2-D5CB8F28C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40EFD-84C2-5634-7111-9A16132DC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DD09F-9134-B4C7-D7A4-60BCCB75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1E78A-B9C7-C466-C055-F6410ED4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C7DE7-5AE4-9280-B750-FAB30113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337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171B-BB49-3AC7-47E6-95753995C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85D61-73E7-F5A5-5E7E-94C51C25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A027D-465C-AFCB-36D3-5A7DB6FC1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5F1AE-F5D8-3BE5-CF0B-E1089837B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AF36D-B7BF-B517-A217-8FDE8218F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9C5CF-989D-C214-3DB2-1716AFC50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FC9FA-C0D9-399F-E732-E3A62AAF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9AD017-8949-8CB3-EC6E-991D67E5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73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62FB-C306-C8C2-F48A-8633ABE9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BFAC56-6A9A-9B9B-18A5-DFBD6F7EB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318D7-7316-5790-1F96-DB823DF89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42974B-495F-BFFC-5296-9E5513DA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985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A9108-CD38-A24E-5BC2-58A9185BB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3A9D47-5186-A6E2-6E0E-3753BB901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629C8-DD5B-1E71-0324-51356D0C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80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AD14-C317-5D1C-5B2F-FE2AC7BED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95577-B0A9-B26F-5223-C20919624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90187-22A2-6078-15CB-F725526FD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42D2A-3D1E-9FB6-5FB2-3CAF90A3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EE038-032D-1288-65D1-68E15D20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DDEDE-995F-D762-5AE5-A5262A4C9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25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FAE5-05BE-BD2A-C3F0-8686A224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5E063-31B3-4FDA-73F0-626601B35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FF663-9FA1-EA10-F42C-76895215F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D169-6212-DE26-5A43-2B01D4968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6A361-129E-531A-57F7-52EDA79C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CC305-BF17-6892-9B48-93B22716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36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2516-1D1E-F1A7-5633-B28C7756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1189B-52FC-912E-3A21-B661B9D74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54D73-B0D5-44B2-23E6-55C4B248C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892FD-E1D9-B080-0912-93AC8C12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020BB-A566-80E2-757E-A2E955D6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618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1093C6-2706-4BC1-421F-3769129F2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84B6F-C91D-D76D-F93B-D3C32DFA8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E9623-443F-8E83-1BBC-9B308B8B1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83525-892E-D340-FB47-853CB136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A91FD-ED8B-BCE0-FADC-88502720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29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121FF-2A64-50E8-A32C-0D29A894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B676-4EF7-AE59-4750-9F813A4C8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B1DF7-622D-890A-0761-30C2D98EF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476EB-4AC7-0040-92EF-BB309300A915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87920-BCD3-CB7E-7F09-55EADC0D5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D2E89-3380-25A8-0F14-02E0675A4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77C40-6B83-7445-A555-C45DE36B25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93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C039994-381E-3868-197E-2913B201E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187172"/>
              </p:ext>
            </p:extLst>
          </p:nvPr>
        </p:nvGraphicFramePr>
        <p:xfrm>
          <a:off x="250527" y="6349950"/>
          <a:ext cx="14809365" cy="759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227">
                  <a:extLst>
                    <a:ext uri="{9D8B030D-6E8A-4147-A177-3AD203B41FA5}">
                      <a16:colId xmlns:a16="http://schemas.microsoft.com/office/drawing/2014/main" val="1522130584"/>
                    </a:ext>
                  </a:extLst>
                </a:gridCol>
                <a:gridCol w="2541438">
                  <a:extLst>
                    <a:ext uri="{9D8B030D-6E8A-4147-A177-3AD203B41FA5}">
                      <a16:colId xmlns:a16="http://schemas.microsoft.com/office/drawing/2014/main" val="1244323979"/>
                    </a:ext>
                  </a:extLst>
                </a:gridCol>
                <a:gridCol w="4326012">
                  <a:extLst>
                    <a:ext uri="{9D8B030D-6E8A-4147-A177-3AD203B41FA5}">
                      <a16:colId xmlns:a16="http://schemas.microsoft.com/office/drawing/2014/main" val="1837660335"/>
                    </a:ext>
                  </a:extLst>
                </a:gridCol>
                <a:gridCol w="3355344">
                  <a:extLst>
                    <a:ext uri="{9D8B030D-6E8A-4147-A177-3AD203B41FA5}">
                      <a16:colId xmlns:a16="http://schemas.microsoft.com/office/drawing/2014/main" val="1015507948"/>
                    </a:ext>
                  </a:extLst>
                </a:gridCol>
                <a:gridCol w="3355344">
                  <a:extLst>
                    <a:ext uri="{9D8B030D-6E8A-4147-A177-3AD203B41FA5}">
                      <a16:colId xmlns:a16="http://schemas.microsoft.com/office/drawing/2014/main" val="4110822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12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6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Mission Preparation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6E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Secure ground environment (full access to MCC &amp; TSOC)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Ground-based inspection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6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Start secure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86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Ensure platform integrity before mission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Load latest threat intelligence &amp; detection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345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Connected 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Airborne in permissive environment (stable low bandwidth communication with MCC &amp; TSOC)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Full visibility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Maintain continuous situational awareness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082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Link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Airborne approaching a contested area (degraded / intermittent link)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Prepare for isolation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Detect transition to contested environment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Prepare for autonomous operation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466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Disconnected 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Operation in denied environment (disconnected from MCC &amp; TSOC)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Monitor alone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4196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Detect incidents locally, log and summarize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084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Link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Airborne returning to controlled environment (stable communications restored)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Reconnect, report &amp; restore situational awareness at 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Transfer critical cyber data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Restore situational awareness at C2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0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Return to fully permissive environment (high bandwidth stable link)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In-depth verification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>
                        <a:alpha val="3215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Validate no latent cyber compromise persists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Prepare for secure post-mission data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5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Post-Mission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Landed in secure ground environment (full access to MCC &amp; TSOC)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dirty="0"/>
                        <a:t>Ground-based inspection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Learn &amp; improve the fleet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9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Deep forensic analysis of the mission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Improve models &amp; intelligence</a:t>
                      </a:r>
                    </a:p>
                    <a:p>
                      <a:pPr algn="ctr"/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Feed insights back into the fleet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605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03DBAB41-622D-FF29-0D96-982EAFD79BDD}"/>
              </a:ext>
            </a:extLst>
          </p:cNvPr>
          <p:cNvGrpSpPr/>
          <p:nvPr/>
        </p:nvGrpSpPr>
        <p:grpSpPr>
          <a:xfrm>
            <a:off x="1059367" y="536244"/>
            <a:ext cx="9865112" cy="6576741"/>
            <a:chOff x="1059367" y="536244"/>
            <a:chExt cx="9865112" cy="657674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4F830F8-A0AF-4DC1-BE87-7533C68B527F}"/>
                </a:ext>
              </a:extLst>
            </p:cNvPr>
            <p:cNvGrpSpPr/>
            <p:nvPr/>
          </p:nvGrpSpPr>
          <p:grpSpPr>
            <a:xfrm>
              <a:off x="1059367" y="536244"/>
              <a:ext cx="9865112" cy="6576741"/>
              <a:chOff x="836342" y="1082654"/>
              <a:chExt cx="9865112" cy="657674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CF9B8AA-5E1C-1301-CC42-F7E56F11C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36342" y="1082654"/>
                <a:ext cx="9865112" cy="6576741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08501FD-2F9F-C812-0FCF-8258014B5162}"/>
                  </a:ext>
                </a:extLst>
              </p:cNvPr>
              <p:cNvSpPr/>
              <p:nvPr/>
            </p:nvSpPr>
            <p:spPr>
              <a:xfrm>
                <a:off x="2490439" y="2230004"/>
                <a:ext cx="6267379" cy="2524356"/>
              </a:xfrm>
              <a:custGeom>
                <a:avLst/>
                <a:gdLst>
                  <a:gd name="csX0" fmla="*/ 0 w 6267379"/>
                  <a:gd name="csY0" fmla="*/ 1613450 h 2524356"/>
                  <a:gd name="csX1" fmla="*/ 2995961 w 6267379"/>
                  <a:gd name="csY1" fmla="*/ 2520416 h 2524356"/>
                  <a:gd name="csX2" fmla="*/ 6066264 w 6267379"/>
                  <a:gd name="csY2" fmla="*/ 1858777 h 2524356"/>
                  <a:gd name="csX3" fmla="*/ 5910146 w 6267379"/>
                  <a:gd name="csY3" fmla="*/ 528064 h 2524356"/>
                  <a:gd name="csX4" fmla="*/ 4661210 w 6267379"/>
                  <a:gd name="csY4" fmla="*/ 240 h 2524356"/>
                  <a:gd name="csX5" fmla="*/ 3003395 w 6267379"/>
                  <a:gd name="csY5" fmla="*/ 580104 h 2524356"/>
                  <a:gd name="csX6" fmla="*/ 2356625 w 6267379"/>
                  <a:gd name="csY6" fmla="*/ 1710094 h 2524356"/>
                  <a:gd name="csX7" fmla="*/ 1174595 w 6267379"/>
                  <a:gd name="csY7" fmla="*/ 1799304 h 25243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267379" h="2524356" extrusionOk="0">
                    <a:moveTo>
                      <a:pt x="0" y="1613450"/>
                    </a:moveTo>
                    <a:cubicBezTo>
                      <a:pt x="790806" y="2006145"/>
                      <a:pt x="1972537" y="2484174"/>
                      <a:pt x="2995961" y="2520416"/>
                    </a:cubicBezTo>
                    <a:cubicBezTo>
                      <a:pt x="4099019" y="2580675"/>
                      <a:pt x="5589324" y="2281659"/>
                      <a:pt x="6066264" y="1858777"/>
                    </a:cubicBezTo>
                    <a:cubicBezTo>
                      <a:pt x="6465768" y="1463602"/>
                      <a:pt x="6132226" y="904681"/>
                      <a:pt x="5910146" y="528064"/>
                    </a:cubicBezTo>
                    <a:cubicBezTo>
                      <a:pt x="5632003" y="194253"/>
                      <a:pt x="5225881" y="29893"/>
                      <a:pt x="4661210" y="240"/>
                    </a:cubicBezTo>
                    <a:cubicBezTo>
                      <a:pt x="4225923" y="14746"/>
                      <a:pt x="3414804" y="238919"/>
                      <a:pt x="3003395" y="580104"/>
                    </a:cubicBezTo>
                    <a:cubicBezTo>
                      <a:pt x="2578458" y="858826"/>
                      <a:pt x="2656250" y="1511766"/>
                      <a:pt x="2356625" y="1710094"/>
                    </a:cubicBezTo>
                    <a:cubicBezTo>
                      <a:pt x="2044919" y="1847440"/>
                      <a:pt x="1456426" y="1965586"/>
                      <a:pt x="1174595" y="1799304"/>
                    </a:cubicBezTo>
                  </a:path>
                </a:pathLst>
              </a:custGeom>
              <a:noFill/>
              <a:ln>
                <a:gradFill>
                  <a:gsLst>
                    <a:gs pos="76000">
                      <a:srgbClr val="0070C0">
                        <a:lumMod val="93000"/>
                        <a:alpha val="70000"/>
                      </a:srgbClr>
                    </a:gs>
                    <a:gs pos="45000">
                      <a:srgbClr val="FF0000">
                        <a:lumMod val="83000"/>
                        <a:alpha val="64158"/>
                      </a:srgbClr>
                    </a:gs>
                  </a:gsLst>
                  <a:lin ang="5400000" scaled="1"/>
                </a:gradFill>
                <a:prstDash val="dash"/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6430537"/>
                          <a:gd name="csY0" fmla="*/ 1613210 h 2520176"/>
                          <a:gd name="csX1" fmla="*/ 2995961 w 6430537"/>
                          <a:gd name="csY1" fmla="*/ 2520176 h 2520176"/>
                          <a:gd name="csX2" fmla="*/ 6430537 w 6430537"/>
                          <a:gd name="csY2" fmla="*/ 1739591 h 2520176"/>
                          <a:gd name="csX3" fmla="*/ 5880410 w 6430537"/>
                          <a:gd name="csY3" fmla="*/ 394010 h 2520176"/>
                          <a:gd name="csX4" fmla="*/ 4661210 w 6430537"/>
                          <a:gd name="csY4" fmla="*/ 0 h 2520176"/>
                          <a:gd name="csX5" fmla="*/ 3003395 w 6430537"/>
                          <a:gd name="csY5" fmla="*/ 728547 h 2520176"/>
                          <a:gd name="csX6" fmla="*/ 2118732 w 6430537"/>
                          <a:gd name="csY6" fmla="*/ 1665249 h 2520176"/>
                          <a:gd name="csX7" fmla="*/ 1174595 w 6430537"/>
                          <a:gd name="csY7" fmla="*/ 1799064 h 2520176"/>
                          <a:gd name="csX0" fmla="*/ 0 w 6430537"/>
                          <a:gd name="csY0" fmla="*/ 1613210 h 2520892"/>
                          <a:gd name="csX1" fmla="*/ 2995961 w 6430537"/>
                          <a:gd name="csY1" fmla="*/ 2520176 h 2520892"/>
                          <a:gd name="csX2" fmla="*/ 6430537 w 6430537"/>
                          <a:gd name="csY2" fmla="*/ 1739591 h 2520892"/>
                          <a:gd name="csX3" fmla="*/ 5880410 w 6430537"/>
                          <a:gd name="csY3" fmla="*/ 394010 h 2520892"/>
                          <a:gd name="csX4" fmla="*/ 4661210 w 6430537"/>
                          <a:gd name="csY4" fmla="*/ 0 h 2520892"/>
                          <a:gd name="csX5" fmla="*/ 3003395 w 6430537"/>
                          <a:gd name="csY5" fmla="*/ 728547 h 2520892"/>
                          <a:gd name="csX6" fmla="*/ 2118732 w 6430537"/>
                          <a:gd name="csY6" fmla="*/ 1665249 h 2520892"/>
                          <a:gd name="csX7" fmla="*/ 1174595 w 6430537"/>
                          <a:gd name="csY7" fmla="*/ 1799064 h 2520892"/>
                          <a:gd name="csX0" fmla="*/ 0 w 6439942"/>
                          <a:gd name="csY0" fmla="*/ 1613210 h 2521071"/>
                          <a:gd name="csX1" fmla="*/ 2995961 w 6439942"/>
                          <a:gd name="csY1" fmla="*/ 2520176 h 2521071"/>
                          <a:gd name="csX2" fmla="*/ 6430537 w 6439942"/>
                          <a:gd name="csY2" fmla="*/ 1739591 h 2521071"/>
                          <a:gd name="csX3" fmla="*/ 5880410 w 6439942"/>
                          <a:gd name="csY3" fmla="*/ 394010 h 2521071"/>
                          <a:gd name="csX4" fmla="*/ 4661210 w 6439942"/>
                          <a:gd name="csY4" fmla="*/ 0 h 2521071"/>
                          <a:gd name="csX5" fmla="*/ 3003395 w 6439942"/>
                          <a:gd name="csY5" fmla="*/ 728547 h 2521071"/>
                          <a:gd name="csX6" fmla="*/ 2118732 w 6439942"/>
                          <a:gd name="csY6" fmla="*/ 1665249 h 2521071"/>
                          <a:gd name="csX7" fmla="*/ 1174595 w 6439942"/>
                          <a:gd name="csY7" fmla="*/ 1799064 h 2521071"/>
                          <a:gd name="csX0" fmla="*/ 0 w 6439942"/>
                          <a:gd name="csY0" fmla="*/ 1638281 h 2546142"/>
                          <a:gd name="csX1" fmla="*/ 2995961 w 6439942"/>
                          <a:gd name="csY1" fmla="*/ 2545247 h 2546142"/>
                          <a:gd name="csX2" fmla="*/ 6430537 w 6439942"/>
                          <a:gd name="csY2" fmla="*/ 1764662 h 2546142"/>
                          <a:gd name="csX3" fmla="*/ 5880410 w 6439942"/>
                          <a:gd name="csY3" fmla="*/ 419081 h 2546142"/>
                          <a:gd name="csX4" fmla="*/ 4661210 w 6439942"/>
                          <a:gd name="csY4" fmla="*/ 25071 h 2546142"/>
                          <a:gd name="csX5" fmla="*/ 3003395 w 6439942"/>
                          <a:gd name="csY5" fmla="*/ 753618 h 2546142"/>
                          <a:gd name="csX6" fmla="*/ 2118732 w 6439942"/>
                          <a:gd name="csY6" fmla="*/ 1690320 h 2546142"/>
                          <a:gd name="csX7" fmla="*/ 1174595 w 6439942"/>
                          <a:gd name="csY7" fmla="*/ 1824135 h 2546142"/>
                          <a:gd name="csX0" fmla="*/ 0 w 6439942"/>
                          <a:gd name="csY0" fmla="*/ 1695104 h 2602965"/>
                          <a:gd name="csX1" fmla="*/ 2995961 w 6439942"/>
                          <a:gd name="csY1" fmla="*/ 2602070 h 2602965"/>
                          <a:gd name="csX2" fmla="*/ 6430537 w 6439942"/>
                          <a:gd name="csY2" fmla="*/ 1821485 h 2602965"/>
                          <a:gd name="csX3" fmla="*/ 5880410 w 6439942"/>
                          <a:gd name="csY3" fmla="*/ 475904 h 2602965"/>
                          <a:gd name="csX4" fmla="*/ 4661210 w 6439942"/>
                          <a:gd name="csY4" fmla="*/ 81894 h 2602965"/>
                          <a:gd name="csX5" fmla="*/ 3003395 w 6439942"/>
                          <a:gd name="csY5" fmla="*/ 810441 h 2602965"/>
                          <a:gd name="csX6" fmla="*/ 2118732 w 6439942"/>
                          <a:gd name="csY6" fmla="*/ 1747143 h 2602965"/>
                          <a:gd name="csX7" fmla="*/ 1174595 w 6439942"/>
                          <a:gd name="csY7" fmla="*/ 1880958 h 2602965"/>
                          <a:gd name="csX0" fmla="*/ 0 w 6439942"/>
                          <a:gd name="csY0" fmla="*/ 1695104 h 2602965"/>
                          <a:gd name="csX1" fmla="*/ 2995961 w 6439942"/>
                          <a:gd name="csY1" fmla="*/ 2602070 h 2602965"/>
                          <a:gd name="csX2" fmla="*/ 6430537 w 6439942"/>
                          <a:gd name="csY2" fmla="*/ 1821485 h 2602965"/>
                          <a:gd name="csX3" fmla="*/ 5880410 w 6439942"/>
                          <a:gd name="csY3" fmla="*/ 475904 h 2602965"/>
                          <a:gd name="csX4" fmla="*/ 4661210 w 6439942"/>
                          <a:gd name="csY4" fmla="*/ 81894 h 2602965"/>
                          <a:gd name="csX5" fmla="*/ 3003395 w 6439942"/>
                          <a:gd name="csY5" fmla="*/ 810441 h 2602965"/>
                          <a:gd name="csX6" fmla="*/ 2118732 w 6439942"/>
                          <a:gd name="csY6" fmla="*/ 1747143 h 2602965"/>
                          <a:gd name="csX7" fmla="*/ 1174595 w 6439942"/>
                          <a:gd name="csY7" fmla="*/ 1880958 h 2602965"/>
                          <a:gd name="csX0" fmla="*/ 0 w 6439942"/>
                          <a:gd name="csY0" fmla="*/ 1695104 h 2602965"/>
                          <a:gd name="csX1" fmla="*/ 2995961 w 6439942"/>
                          <a:gd name="csY1" fmla="*/ 2602070 h 2602965"/>
                          <a:gd name="csX2" fmla="*/ 6430537 w 6439942"/>
                          <a:gd name="csY2" fmla="*/ 1821485 h 2602965"/>
                          <a:gd name="csX3" fmla="*/ 5880410 w 6439942"/>
                          <a:gd name="csY3" fmla="*/ 475904 h 2602965"/>
                          <a:gd name="csX4" fmla="*/ 4661210 w 6439942"/>
                          <a:gd name="csY4" fmla="*/ 81894 h 2602965"/>
                          <a:gd name="csX5" fmla="*/ 3003395 w 6439942"/>
                          <a:gd name="csY5" fmla="*/ 810441 h 2602965"/>
                          <a:gd name="csX6" fmla="*/ 2118732 w 6439942"/>
                          <a:gd name="csY6" fmla="*/ 1747143 h 2602965"/>
                          <a:gd name="csX7" fmla="*/ 1174595 w 6439942"/>
                          <a:gd name="csY7" fmla="*/ 1880958 h 2602965"/>
                          <a:gd name="csX0" fmla="*/ 0 w 6439942"/>
                          <a:gd name="csY0" fmla="*/ 1695104 h 2602965"/>
                          <a:gd name="csX1" fmla="*/ 2995961 w 6439942"/>
                          <a:gd name="csY1" fmla="*/ 2602070 h 2602965"/>
                          <a:gd name="csX2" fmla="*/ 6430537 w 6439942"/>
                          <a:gd name="csY2" fmla="*/ 1821485 h 2602965"/>
                          <a:gd name="csX3" fmla="*/ 5880410 w 6439942"/>
                          <a:gd name="csY3" fmla="*/ 475904 h 2602965"/>
                          <a:gd name="csX4" fmla="*/ 4661210 w 6439942"/>
                          <a:gd name="csY4" fmla="*/ 81894 h 2602965"/>
                          <a:gd name="csX5" fmla="*/ 3003395 w 6439942"/>
                          <a:gd name="csY5" fmla="*/ 810441 h 2602965"/>
                          <a:gd name="csX6" fmla="*/ 2118732 w 6439942"/>
                          <a:gd name="csY6" fmla="*/ 1747143 h 2602965"/>
                          <a:gd name="csX7" fmla="*/ 1174595 w 6439942"/>
                          <a:gd name="csY7" fmla="*/ 1880958 h 2602965"/>
                          <a:gd name="csX0" fmla="*/ 0 w 6439942"/>
                          <a:gd name="csY0" fmla="*/ 1695104 h 2602965"/>
                          <a:gd name="csX1" fmla="*/ 2995961 w 6439942"/>
                          <a:gd name="csY1" fmla="*/ 2602070 h 2602965"/>
                          <a:gd name="csX2" fmla="*/ 6430537 w 6439942"/>
                          <a:gd name="csY2" fmla="*/ 1821485 h 2602965"/>
                          <a:gd name="csX3" fmla="*/ 5880410 w 6439942"/>
                          <a:gd name="csY3" fmla="*/ 475904 h 2602965"/>
                          <a:gd name="csX4" fmla="*/ 4661210 w 6439942"/>
                          <a:gd name="csY4" fmla="*/ 81894 h 2602965"/>
                          <a:gd name="csX5" fmla="*/ 3003395 w 6439942"/>
                          <a:gd name="csY5" fmla="*/ 810441 h 2602965"/>
                          <a:gd name="csX6" fmla="*/ 2118732 w 6439942"/>
                          <a:gd name="csY6" fmla="*/ 1747143 h 2602965"/>
                          <a:gd name="csX7" fmla="*/ 1174595 w 6439942"/>
                          <a:gd name="csY7" fmla="*/ 1880958 h 2602965"/>
                          <a:gd name="csX0" fmla="*/ 0 w 6439942"/>
                          <a:gd name="csY0" fmla="*/ 1695104 h 2602965"/>
                          <a:gd name="csX1" fmla="*/ 2995961 w 6439942"/>
                          <a:gd name="csY1" fmla="*/ 2602070 h 2602965"/>
                          <a:gd name="csX2" fmla="*/ 6430537 w 6439942"/>
                          <a:gd name="csY2" fmla="*/ 1821485 h 2602965"/>
                          <a:gd name="csX3" fmla="*/ 5880410 w 6439942"/>
                          <a:gd name="csY3" fmla="*/ 475904 h 2602965"/>
                          <a:gd name="csX4" fmla="*/ 4661210 w 6439942"/>
                          <a:gd name="csY4" fmla="*/ 81894 h 2602965"/>
                          <a:gd name="csX5" fmla="*/ 3003395 w 6439942"/>
                          <a:gd name="csY5" fmla="*/ 810441 h 2602965"/>
                          <a:gd name="csX6" fmla="*/ 2118732 w 6439942"/>
                          <a:gd name="csY6" fmla="*/ 1747143 h 2602965"/>
                          <a:gd name="csX7" fmla="*/ 1174595 w 6439942"/>
                          <a:gd name="csY7" fmla="*/ 1880958 h 2602965"/>
                          <a:gd name="csX0" fmla="*/ 0 w 6439942"/>
                          <a:gd name="csY0" fmla="*/ 1695104 h 2602965"/>
                          <a:gd name="csX1" fmla="*/ 2995961 w 6439942"/>
                          <a:gd name="csY1" fmla="*/ 2602070 h 2602965"/>
                          <a:gd name="csX2" fmla="*/ 6430537 w 6439942"/>
                          <a:gd name="csY2" fmla="*/ 1821485 h 2602965"/>
                          <a:gd name="csX3" fmla="*/ 5880410 w 6439942"/>
                          <a:gd name="csY3" fmla="*/ 475904 h 2602965"/>
                          <a:gd name="csX4" fmla="*/ 4661210 w 6439942"/>
                          <a:gd name="csY4" fmla="*/ 81894 h 2602965"/>
                          <a:gd name="csX5" fmla="*/ 3003395 w 6439942"/>
                          <a:gd name="csY5" fmla="*/ 810441 h 2602965"/>
                          <a:gd name="csX6" fmla="*/ 2356625 w 6439942"/>
                          <a:gd name="csY6" fmla="*/ 1791748 h 2602965"/>
                          <a:gd name="csX7" fmla="*/ 1174595 w 6439942"/>
                          <a:gd name="csY7" fmla="*/ 1880958 h 2602965"/>
                          <a:gd name="csX0" fmla="*/ 0 w 6439942"/>
                          <a:gd name="csY0" fmla="*/ 1617554 h 2525415"/>
                          <a:gd name="csX1" fmla="*/ 2995961 w 6439942"/>
                          <a:gd name="csY1" fmla="*/ 2524520 h 2525415"/>
                          <a:gd name="csX2" fmla="*/ 6430537 w 6439942"/>
                          <a:gd name="csY2" fmla="*/ 1743935 h 2525415"/>
                          <a:gd name="csX3" fmla="*/ 5880410 w 6439942"/>
                          <a:gd name="csY3" fmla="*/ 398354 h 2525415"/>
                          <a:gd name="csX4" fmla="*/ 4661210 w 6439942"/>
                          <a:gd name="csY4" fmla="*/ 4344 h 2525415"/>
                          <a:gd name="csX5" fmla="*/ 3003395 w 6439942"/>
                          <a:gd name="csY5" fmla="*/ 584208 h 2525415"/>
                          <a:gd name="csX6" fmla="*/ 2356625 w 6439942"/>
                          <a:gd name="csY6" fmla="*/ 1714198 h 2525415"/>
                          <a:gd name="csX7" fmla="*/ 1174595 w 6439942"/>
                          <a:gd name="csY7" fmla="*/ 1803408 h 2525415"/>
                          <a:gd name="csX0" fmla="*/ 0 w 6572923"/>
                          <a:gd name="csY0" fmla="*/ 1613248 h 2520891"/>
                          <a:gd name="csX1" fmla="*/ 2995961 w 6572923"/>
                          <a:gd name="csY1" fmla="*/ 2520214 h 2520891"/>
                          <a:gd name="csX2" fmla="*/ 6430537 w 6572923"/>
                          <a:gd name="csY2" fmla="*/ 1739629 h 2520891"/>
                          <a:gd name="csX3" fmla="*/ 5858107 w 6572923"/>
                          <a:gd name="csY3" fmla="*/ 557599 h 2520891"/>
                          <a:gd name="csX4" fmla="*/ 4661210 w 6572923"/>
                          <a:gd name="csY4" fmla="*/ 38 h 2520891"/>
                          <a:gd name="csX5" fmla="*/ 3003395 w 6572923"/>
                          <a:gd name="csY5" fmla="*/ 579902 h 2520891"/>
                          <a:gd name="csX6" fmla="*/ 2356625 w 6572923"/>
                          <a:gd name="csY6" fmla="*/ 1709892 h 2520891"/>
                          <a:gd name="csX7" fmla="*/ 1174595 w 6572923"/>
                          <a:gd name="csY7" fmla="*/ 1799102 h 2520891"/>
                          <a:gd name="csX0" fmla="*/ 0 w 6582733"/>
                          <a:gd name="csY0" fmla="*/ 1613432 h 2521082"/>
                          <a:gd name="csX1" fmla="*/ 2995961 w 6582733"/>
                          <a:gd name="csY1" fmla="*/ 2520398 h 2521082"/>
                          <a:gd name="csX2" fmla="*/ 6430537 w 6582733"/>
                          <a:gd name="csY2" fmla="*/ 1739813 h 2521082"/>
                          <a:gd name="csX3" fmla="*/ 5910146 w 6582733"/>
                          <a:gd name="csY3" fmla="*/ 528046 h 2521082"/>
                          <a:gd name="csX4" fmla="*/ 4661210 w 6582733"/>
                          <a:gd name="csY4" fmla="*/ 222 h 2521082"/>
                          <a:gd name="csX5" fmla="*/ 3003395 w 6582733"/>
                          <a:gd name="csY5" fmla="*/ 580086 h 2521082"/>
                          <a:gd name="csX6" fmla="*/ 2356625 w 6582733"/>
                          <a:gd name="csY6" fmla="*/ 1710076 h 2521082"/>
                          <a:gd name="csX7" fmla="*/ 1174595 w 6582733"/>
                          <a:gd name="csY7" fmla="*/ 1799286 h 2521082"/>
                          <a:gd name="csX0" fmla="*/ 0 w 6293798"/>
                          <a:gd name="csY0" fmla="*/ 1613450 h 2523521"/>
                          <a:gd name="csX1" fmla="*/ 2995961 w 6293798"/>
                          <a:gd name="csY1" fmla="*/ 2520416 h 2523521"/>
                          <a:gd name="csX2" fmla="*/ 6066264 w 6293798"/>
                          <a:gd name="csY2" fmla="*/ 1858777 h 2523521"/>
                          <a:gd name="csX3" fmla="*/ 5910146 w 6293798"/>
                          <a:gd name="csY3" fmla="*/ 528064 h 2523521"/>
                          <a:gd name="csX4" fmla="*/ 4661210 w 6293798"/>
                          <a:gd name="csY4" fmla="*/ 240 h 2523521"/>
                          <a:gd name="csX5" fmla="*/ 3003395 w 6293798"/>
                          <a:gd name="csY5" fmla="*/ 580104 h 2523521"/>
                          <a:gd name="csX6" fmla="*/ 2356625 w 6293798"/>
                          <a:gd name="csY6" fmla="*/ 1710094 h 2523521"/>
                          <a:gd name="csX7" fmla="*/ 1174595 w 6293798"/>
                          <a:gd name="csY7" fmla="*/ 1799304 h 2523521"/>
                          <a:gd name="csX0" fmla="*/ 0 w 6267379"/>
                          <a:gd name="csY0" fmla="*/ 1613450 h 2524356"/>
                          <a:gd name="csX1" fmla="*/ 2995961 w 6267379"/>
                          <a:gd name="csY1" fmla="*/ 2520416 h 2524356"/>
                          <a:gd name="csX2" fmla="*/ 6066264 w 6267379"/>
                          <a:gd name="csY2" fmla="*/ 1858777 h 2524356"/>
                          <a:gd name="csX3" fmla="*/ 5910146 w 6267379"/>
                          <a:gd name="csY3" fmla="*/ 528064 h 2524356"/>
                          <a:gd name="csX4" fmla="*/ 4661210 w 6267379"/>
                          <a:gd name="csY4" fmla="*/ 240 h 2524356"/>
                          <a:gd name="csX5" fmla="*/ 3003395 w 6267379"/>
                          <a:gd name="csY5" fmla="*/ 580104 h 2524356"/>
                          <a:gd name="csX6" fmla="*/ 2356625 w 6267379"/>
                          <a:gd name="csY6" fmla="*/ 1710094 h 2524356"/>
                          <a:gd name="csX7" fmla="*/ 1174595 w 6267379"/>
                          <a:gd name="csY7" fmla="*/ 1799304 h 2524356"/>
                          <a:gd name="csX0" fmla="*/ 0 w 6267379"/>
                          <a:gd name="csY0" fmla="*/ 1613450 h 2524356"/>
                          <a:gd name="csX1" fmla="*/ 2995961 w 6267379"/>
                          <a:gd name="csY1" fmla="*/ 2520416 h 2524356"/>
                          <a:gd name="csX2" fmla="*/ 6066264 w 6267379"/>
                          <a:gd name="csY2" fmla="*/ 1858777 h 2524356"/>
                          <a:gd name="csX3" fmla="*/ 5910146 w 6267379"/>
                          <a:gd name="csY3" fmla="*/ 528064 h 2524356"/>
                          <a:gd name="csX4" fmla="*/ 4661210 w 6267379"/>
                          <a:gd name="csY4" fmla="*/ 240 h 2524356"/>
                          <a:gd name="csX5" fmla="*/ 3003395 w 6267379"/>
                          <a:gd name="csY5" fmla="*/ 580104 h 2524356"/>
                          <a:gd name="csX6" fmla="*/ 2356625 w 6267379"/>
                          <a:gd name="csY6" fmla="*/ 1710094 h 2524356"/>
                          <a:gd name="csX7" fmla="*/ 1174595 w 6267379"/>
                          <a:gd name="csY7" fmla="*/ 1799304 h 2524356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</a:cxnLst>
                        <a:rect l="l" t="t" r="r" b="b"/>
                        <a:pathLst>
                          <a:path w="6267379" h="2524356">
                            <a:moveTo>
                              <a:pt x="0" y="1613450"/>
                            </a:moveTo>
                            <a:cubicBezTo>
                              <a:pt x="909444" y="2079323"/>
                              <a:pt x="1984917" y="2479528"/>
                              <a:pt x="2995961" y="2520416"/>
                            </a:cubicBezTo>
                            <a:cubicBezTo>
                              <a:pt x="4007005" y="2561304"/>
                              <a:pt x="5640040" y="2280046"/>
                              <a:pt x="6066264" y="1858777"/>
                            </a:cubicBezTo>
                            <a:cubicBezTo>
                              <a:pt x="6492488" y="1437508"/>
                              <a:pt x="6144322" y="837820"/>
                              <a:pt x="5910146" y="528064"/>
                            </a:cubicBezTo>
                            <a:cubicBezTo>
                              <a:pt x="5675970" y="218308"/>
                              <a:pt x="5145669" y="-8433"/>
                              <a:pt x="4661210" y="240"/>
                            </a:cubicBezTo>
                            <a:cubicBezTo>
                              <a:pt x="4176752" y="8913"/>
                              <a:pt x="3387492" y="295128"/>
                              <a:pt x="3003395" y="580104"/>
                            </a:cubicBezTo>
                            <a:cubicBezTo>
                              <a:pt x="2619298" y="865080"/>
                              <a:pt x="2661425" y="1506894"/>
                              <a:pt x="2356625" y="1710094"/>
                            </a:cubicBezTo>
                            <a:cubicBezTo>
                              <a:pt x="2051825" y="1913294"/>
                              <a:pt x="1474439" y="1940553"/>
                              <a:pt x="1174595" y="1799304"/>
                            </a:cubicBezTo>
                          </a:path>
                        </a:pathLst>
                      </a:custGeom>
                      <ask:type>
                        <ask:lineSketchCurve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D0ECCA9-A48A-69B0-3F78-4CD1AEB010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-1" r="50314" b="74219"/>
              <a:stretch>
                <a:fillRect/>
              </a:stretch>
            </p:blipFill>
            <p:spPr>
              <a:xfrm rot="21003991">
                <a:off x="6850465" y="4044562"/>
                <a:ext cx="1665978" cy="576311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956FE44-75F3-1F83-0C18-423DC0BFA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778" t="-1673" r="48536" b="73661"/>
              <a:stretch>
                <a:fillRect/>
              </a:stretch>
            </p:blipFill>
            <p:spPr>
              <a:xfrm flipH="1">
                <a:off x="6986075" y="2027358"/>
                <a:ext cx="832989" cy="313083"/>
              </a:xfrm>
              <a:prstGeom prst="rect">
                <a:avLst/>
              </a:prstGeom>
            </p:spPr>
          </p:pic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272B3B4A-4B93-B571-CD51-AE20F4208439}"/>
                  </a:ext>
                </a:extLst>
              </p:cNvPr>
              <p:cNvGrpSpPr/>
              <p:nvPr/>
            </p:nvGrpSpPr>
            <p:grpSpPr>
              <a:xfrm>
                <a:off x="2281751" y="4048687"/>
                <a:ext cx="497510" cy="523220"/>
                <a:chOff x="3629956" y="245841"/>
                <a:chExt cx="497510" cy="52322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isometricOffAxis2Left"/>
                <a:lightRig rig="threePt" dir="t"/>
              </a:scene3d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A0D245EF-731E-947E-2385-E63ECD19C77F}"/>
                    </a:ext>
                  </a:extLst>
                </p:cNvPr>
                <p:cNvSpPr/>
                <p:nvPr/>
              </p:nvSpPr>
              <p:spPr>
                <a:xfrm>
                  <a:off x="3629956" y="278358"/>
                  <a:ext cx="458191" cy="45819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70C0"/>
                  </a:solidFill>
                </a:ln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A1F2CFE-D745-9DB7-E492-7FED2E52DCA7}"/>
                    </a:ext>
                  </a:extLst>
                </p:cNvPr>
                <p:cNvSpPr txBox="1"/>
                <p:nvPr/>
              </p:nvSpPr>
              <p:spPr>
                <a:xfrm flipH="1">
                  <a:off x="3669275" y="245841"/>
                  <a:ext cx="458191" cy="523220"/>
                </a:xfrm>
                <a:prstGeom prst="rect">
                  <a:avLst/>
                </a:prstGeom>
                <a:noFill/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>
                      <a:solidFill>
                        <a:srgbClr val="0070C0"/>
                      </a:solidFill>
                    </a:rPr>
                    <a:t>1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51ABD011-D610-8404-8A1B-166D777A521D}"/>
                  </a:ext>
                </a:extLst>
              </p:cNvPr>
              <p:cNvGrpSpPr/>
              <p:nvPr/>
            </p:nvGrpSpPr>
            <p:grpSpPr>
              <a:xfrm>
                <a:off x="4215408" y="4754360"/>
                <a:ext cx="497510" cy="523220"/>
                <a:chOff x="3629956" y="245841"/>
                <a:chExt cx="497510" cy="52322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isometricOffAxis2Left"/>
                <a:lightRig rig="threePt" dir="t"/>
              </a:scene3d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AFAFF2A7-2A14-3B4E-6721-AD304483CC7E}"/>
                    </a:ext>
                  </a:extLst>
                </p:cNvPr>
                <p:cNvSpPr/>
                <p:nvPr/>
              </p:nvSpPr>
              <p:spPr>
                <a:xfrm>
                  <a:off x="3629956" y="278358"/>
                  <a:ext cx="458191" cy="45819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70C0"/>
                  </a:solidFill>
                </a:ln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03CDD11-7BA3-4FF2-DCE7-38C97FC190FA}"/>
                    </a:ext>
                  </a:extLst>
                </p:cNvPr>
                <p:cNvSpPr txBox="1"/>
                <p:nvPr/>
              </p:nvSpPr>
              <p:spPr>
                <a:xfrm flipH="1">
                  <a:off x="3669275" y="245841"/>
                  <a:ext cx="458191" cy="523220"/>
                </a:xfrm>
                <a:prstGeom prst="rect">
                  <a:avLst/>
                </a:prstGeom>
                <a:noFill/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>
                      <a:solidFill>
                        <a:srgbClr val="0070C0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B68DD562-E3EB-E361-9AB7-72CF550F42F0}"/>
                  </a:ext>
                </a:extLst>
              </p:cNvPr>
              <p:cNvGrpSpPr/>
              <p:nvPr/>
            </p:nvGrpSpPr>
            <p:grpSpPr>
              <a:xfrm>
                <a:off x="7465928" y="2372612"/>
                <a:ext cx="491045" cy="523220"/>
                <a:chOff x="7920887" y="2021156"/>
                <a:chExt cx="491045" cy="523220"/>
              </a:xfrm>
            </p:grpSpPr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51FD1A5-9C91-8B5E-2A54-847F077B7BCC}"/>
                    </a:ext>
                  </a:extLst>
                </p:cNvPr>
                <p:cNvSpPr/>
                <p:nvPr/>
              </p:nvSpPr>
              <p:spPr>
                <a:xfrm>
                  <a:off x="7920887" y="2067092"/>
                  <a:ext cx="458191" cy="45819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FF0000"/>
                  </a:solidFill>
                </a:ln>
                <a:scene3d>
                  <a:camera prst="isometricOffAxis2Lef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FD286F7-9788-E167-8BB6-623EF70B51AB}"/>
                    </a:ext>
                  </a:extLst>
                </p:cNvPr>
                <p:cNvSpPr txBox="1"/>
                <p:nvPr/>
              </p:nvSpPr>
              <p:spPr>
                <a:xfrm flipH="1">
                  <a:off x="7953741" y="2021156"/>
                  <a:ext cx="458191" cy="523220"/>
                </a:xfrm>
                <a:prstGeom prst="rect">
                  <a:avLst/>
                </a:prstGeom>
                <a:noFill/>
                <a:scene3d>
                  <a:camera prst="isometricOffAxis2Left"/>
                  <a:lightRig rig="threePt" dir="t"/>
                </a:scene3d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>
                      <a:solidFill>
                        <a:srgbClr val="C00000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5F7758A8-E3E5-A4F8-EA06-3AC2A6A6DDCA}"/>
                  </a:ext>
                </a:extLst>
              </p:cNvPr>
              <p:cNvGrpSpPr/>
              <p:nvPr/>
            </p:nvGrpSpPr>
            <p:grpSpPr>
              <a:xfrm>
                <a:off x="4974032" y="2957713"/>
                <a:ext cx="497510" cy="523220"/>
                <a:chOff x="6190218" y="4023578"/>
                <a:chExt cx="497510" cy="523220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40257A8-F0DA-D222-88EE-BAF132EA6AF7}"/>
                    </a:ext>
                  </a:extLst>
                </p:cNvPr>
                <p:cNvSpPr/>
                <p:nvPr/>
              </p:nvSpPr>
              <p:spPr>
                <a:xfrm>
                  <a:off x="6190218" y="4056093"/>
                  <a:ext cx="458191" cy="45819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gradFill>
                    <a:gsLst>
                      <a:gs pos="0">
                        <a:srgbClr val="FF0000"/>
                      </a:gs>
                      <a:gs pos="100000">
                        <a:srgbClr val="0070C0"/>
                      </a:gs>
                    </a:gsLst>
                    <a:lin ang="5400000" scaled="1"/>
                  </a:gradFill>
                </a:ln>
                <a:scene3d>
                  <a:camera prst="isometricOffAxis2Lef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A769006-00E9-C85A-1E5F-5D56CA89767D}"/>
                    </a:ext>
                  </a:extLst>
                </p:cNvPr>
                <p:cNvSpPr txBox="1"/>
                <p:nvPr/>
              </p:nvSpPr>
              <p:spPr>
                <a:xfrm flipH="1">
                  <a:off x="6229537" y="4023578"/>
                  <a:ext cx="458191" cy="523220"/>
                </a:xfrm>
                <a:prstGeom prst="rect">
                  <a:avLst/>
                </a:prstGeom>
                <a:noFill/>
                <a:scene3d>
                  <a:camera prst="isometricOffAxis2Left"/>
                  <a:lightRig rig="threePt" dir="t"/>
                </a:scene3d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>
                      <a:solidFill>
                        <a:srgbClr val="C00000"/>
                      </a:solidFill>
                    </a:rPr>
                    <a:t>5</a:t>
                  </a:r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97D4E24E-3E40-9980-2022-BD393C4C8D11}"/>
                  </a:ext>
                </a:extLst>
              </p:cNvPr>
              <p:cNvGrpSpPr/>
              <p:nvPr/>
            </p:nvGrpSpPr>
            <p:grpSpPr>
              <a:xfrm>
                <a:off x="7498782" y="4557339"/>
                <a:ext cx="497510" cy="523220"/>
                <a:chOff x="6190218" y="4023578"/>
                <a:chExt cx="497510" cy="523220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E94BABD-8478-FF69-0A7B-7D192FD71C4C}"/>
                    </a:ext>
                  </a:extLst>
                </p:cNvPr>
                <p:cNvSpPr/>
                <p:nvPr/>
              </p:nvSpPr>
              <p:spPr>
                <a:xfrm>
                  <a:off x="6190218" y="4056093"/>
                  <a:ext cx="458191" cy="45819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gradFill>
                    <a:gsLst>
                      <a:gs pos="0">
                        <a:srgbClr val="FF0000"/>
                      </a:gs>
                      <a:gs pos="100000">
                        <a:srgbClr val="0070C0"/>
                      </a:gs>
                    </a:gsLst>
                    <a:lin ang="5400000" scaled="1"/>
                  </a:gradFill>
                </a:ln>
                <a:scene3d>
                  <a:camera prst="isometricOffAxis2Lef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3102A4A-08EE-5766-87BC-5FE2CD78F51A}"/>
                    </a:ext>
                  </a:extLst>
                </p:cNvPr>
                <p:cNvSpPr txBox="1"/>
                <p:nvPr/>
              </p:nvSpPr>
              <p:spPr>
                <a:xfrm flipH="1">
                  <a:off x="6229537" y="4023578"/>
                  <a:ext cx="458191" cy="523220"/>
                </a:xfrm>
                <a:prstGeom prst="rect">
                  <a:avLst/>
                </a:prstGeom>
                <a:noFill/>
                <a:scene3d>
                  <a:camera prst="isometricOffAxis2Left"/>
                  <a:lightRig rig="threePt" dir="t"/>
                </a:scene3d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>
                      <a:solidFill>
                        <a:srgbClr val="C00000"/>
                      </a:solidFill>
                    </a:rPr>
                    <a:t>3</a:t>
                  </a:r>
                </a:p>
              </p:txBody>
            </p:sp>
          </p:grpSp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183A32FE-34A5-AAA1-8F05-DC6E69C56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9355" t="6194" r="19565" b="19755"/>
              <a:stretch>
                <a:fillRect/>
              </a:stretch>
            </p:blipFill>
            <p:spPr>
              <a:xfrm flipH="1">
                <a:off x="1650971" y="3391518"/>
                <a:ext cx="242414" cy="291319"/>
              </a:xfrm>
              <a:prstGeom prst="rect">
                <a:avLst/>
              </a:prstGeom>
            </p:spPr>
          </p:pic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6AA23E9-A46A-B759-4D57-5A621EF7ADDF}"/>
                  </a:ext>
                </a:extLst>
              </p:cNvPr>
              <p:cNvSpPr/>
              <p:nvPr/>
            </p:nvSpPr>
            <p:spPr>
              <a:xfrm>
                <a:off x="1785830" y="3477773"/>
                <a:ext cx="863030" cy="477748"/>
              </a:xfrm>
              <a:custGeom>
                <a:avLst/>
                <a:gdLst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863030"/>
                  <a:gd name="csY0" fmla="*/ 0 h 477748"/>
                  <a:gd name="csX1" fmla="*/ 863030 w 863030"/>
                  <a:gd name="csY1" fmla="*/ 477748 h 4777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3030" h="477748">
                    <a:moveTo>
                      <a:pt x="0" y="0"/>
                    </a:moveTo>
                    <a:cubicBezTo>
                      <a:pt x="349322" y="123290"/>
                      <a:pt x="467475" y="339047"/>
                      <a:pt x="863030" y="477748"/>
                    </a:cubicBezTo>
                  </a:path>
                </a:pathLst>
              </a:custGeom>
              <a:noFill/>
              <a:ln w="9525">
                <a:gradFill>
                  <a:gsLst>
                    <a:gs pos="37000">
                      <a:schemeClr val="accent1">
                        <a:lumMod val="5000"/>
                        <a:lumOff val="95000"/>
                        <a:alpha val="75000"/>
                      </a:schemeClr>
                    </a:gs>
                    <a:gs pos="0">
                      <a:schemeClr val="accent1">
                        <a:lumMod val="41000"/>
                        <a:lumOff val="59000"/>
                        <a:alpha val="80835"/>
                      </a:schemeClr>
                    </a:gs>
                    <a:gs pos="83000">
                      <a:schemeClr val="accent1">
                        <a:lumMod val="45000"/>
                        <a:lumOff val="55000"/>
                        <a:alpha val="73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6E2C1EB-3879-F3BB-546E-FEB965DE56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48003" b="78781"/>
              <a:stretch>
                <a:fillRect/>
              </a:stretch>
            </p:blipFill>
            <p:spPr>
              <a:xfrm rot="1056414">
                <a:off x="2520393" y="3822955"/>
                <a:ext cx="433121" cy="265133"/>
              </a:xfrm>
              <a:prstGeom prst="rect">
                <a:avLst/>
              </a:prstGeom>
            </p:spPr>
          </p:pic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8E14C990-E363-EA23-B346-221019554CED}"/>
                  </a:ext>
                </a:extLst>
              </p:cNvPr>
              <p:cNvSpPr/>
              <p:nvPr/>
            </p:nvSpPr>
            <p:spPr>
              <a:xfrm>
                <a:off x="1797845" y="3485994"/>
                <a:ext cx="2521091" cy="1073745"/>
              </a:xfrm>
              <a:custGeom>
                <a:avLst/>
                <a:gdLst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2073377"/>
                  <a:gd name="csY0" fmla="*/ 0 h 879932"/>
                  <a:gd name="csX1" fmla="*/ 2073377 w 2073377"/>
                  <a:gd name="csY1" fmla="*/ 879932 h 879932"/>
                  <a:gd name="csX0" fmla="*/ 0 w 2293440"/>
                  <a:gd name="csY0" fmla="*/ 0 h 925462"/>
                  <a:gd name="csX1" fmla="*/ 2293440 w 2293440"/>
                  <a:gd name="csY1" fmla="*/ 925462 h 925462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521091"/>
                  <a:gd name="csY0" fmla="*/ 0 h 1073436"/>
                  <a:gd name="csX1" fmla="*/ 2521091 w 2521091"/>
                  <a:gd name="csY1" fmla="*/ 1073436 h 1073436"/>
                  <a:gd name="csX0" fmla="*/ 0 w 2521091"/>
                  <a:gd name="csY0" fmla="*/ 0 h 1073745"/>
                  <a:gd name="csX1" fmla="*/ 2521091 w 2521091"/>
                  <a:gd name="csY1" fmla="*/ 1073436 h 10737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521091" h="1073745">
                    <a:moveTo>
                      <a:pt x="0" y="0"/>
                    </a:moveTo>
                    <a:cubicBezTo>
                      <a:pt x="853949" y="73966"/>
                      <a:pt x="2125535" y="1094090"/>
                      <a:pt x="2521091" y="1073436"/>
                    </a:cubicBezTo>
                  </a:path>
                </a:pathLst>
              </a:custGeom>
              <a:noFill/>
              <a:ln w="9525">
                <a:gradFill>
                  <a:gsLst>
                    <a:gs pos="37000">
                      <a:schemeClr val="accent1">
                        <a:lumMod val="5000"/>
                        <a:lumOff val="95000"/>
                        <a:alpha val="75000"/>
                      </a:schemeClr>
                    </a:gs>
                    <a:gs pos="0">
                      <a:schemeClr val="accent1">
                        <a:lumMod val="41000"/>
                        <a:lumOff val="59000"/>
                        <a:alpha val="80835"/>
                      </a:schemeClr>
                    </a:gs>
                    <a:gs pos="83000">
                      <a:schemeClr val="accent1">
                        <a:lumMod val="45000"/>
                        <a:lumOff val="55000"/>
                        <a:alpha val="73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7F3DD8CE-D4BD-BEC0-ADC1-0AC346436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565" t="30339" r="48749" b="43879"/>
              <a:stretch>
                <a:fillRect/>
              </a:stretch>
            </p:blipFill>
            <p:spPr>
              <a:xfrm flipH="1">
                <a:off x="3893054" y="4368307"/>
                <a:ext cx="933522" cy="322933"/>
              </a:xfrm>
              <a:prstGeom prst="rect">
                <a:avLst/>
              </a:prstGeom>
            </p:spPr>
          </p:pic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2D4121E-FBD9-F364-ED3C-E9708F983D6B}"/>
                  </a:ext>
                </a:extLst>
              </p:cNvPr>
              <p:cNvSpPr/>
              <p:nvPr/>
            </p:nvSpPr>
            <p:spPr>
              <a:xfrm>
                <a:off x="1810707" y="3480080"/>
                <a:ext cx="1957673" cy="589061"/>
              </a:xfrm>
              <a:custGeom>
                <a:avLst/>
                <a:gdLst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2073377"/>
                  <a:gd name="csY0" fmla="*/ 0 h 879932"/>
                  <a:gd name="csX1" fmla="*/ 2073377 w 2073377"/>
                  <a:gd name="csY1" fmla="*/ 879932 h 879932"/>
                  <a:gd name="csX0" fmla="*/ 0 w 2293440"/>
                  <a:gd name="csY0" fmla="*/ 0 h 925462"/>
                  <a:gd name="csX1" fmla="*/ 2293440 w 2293440"/>
                  <a:gd name="csY1" fmla="*/ 925462 h 925462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521091"/>
                  <a:gd name="csY0" fmla="*/ 0 h 1073436"/>
                  <a:gd name="csX1" fmla="*/ 2521091 w 2521091"/>
                  <a:gd name="csY1" fmla="*/ 1073436 h 1073436"/>
                  <a:gd name="csX0" fmla="*/ 0 w 2521091"/>
                  <a:gd name="csY0" fmla="*/ 0 h 1073745"/>
                  <a:gd name="csX1" fmla="*/ 2521091 w 2521091"/>
                  <a:gd name="csY1" fmla="*/ 1073436 h 1073745"/>
                  <a:gd name="csX0" fmla="*/ 0 w 1957673"/>
                  <a:gd name="csY0" fmla="*/ 0 h 589109"/>
                  <a:gd name="csX1" fmla="*/ 1957673 w 1957673"/>
                  <a:gd name="csY1" fmla="*/ 588527 h 589109"/>
                  <a:gd name="csX0" fmla="*/ 0 w 1957673"/>
                  <a:gd name="csY0" fmla="*/ 25 h 589061"/>
                  <a:gd name="csX1" fmla="*/ 1957673 w 1957673"/>
                  <a:gd name="csY1" fmla="*/ 588552 h 5890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957673" h="589061">
                    <a:moveTo>
                      <a:pt x="0" y="25"/>
                    </a:moveTo>
                    <a:cubicBezTo>
                      <a:pt x="987877" y="-4518"/>
                      <a:pt x="1562117" y="609206"/>
                      <a:pt x="1957673" y="588552"/>
                    </a:cubicBezTo>
                  </a:path>
                </a:pathLst>
              </a:custGeom>
              <a:noFill/>
              <a:ln w="9525">
                <a:gradFill>
                  <a:gsLst>
                    <a:gs pos="37000">
                      <a:schemeClr val="accent1">
                        <a:lumMod val="5000"/>
                        <a:lumOff val="95000"/>
                        <a:alpha val="75000"/>
                      </a:schemeClr>
                    </a:gs>
                    <a:gs pos="0">
                      <a:schemeClr val="accent1">
                        <a:lumMod val="41000"/>
                        <a:lumOff val="59000"/>
                        <a:alpha val="80835"/>
                      </a:schemeClr>
                    </a:gs>
                    <a:gs pos="83000">
                      <a:schemeClr val="accent1">
                        <a:lumMod val="45000"/>
                        <a:lumOff val="55000"/>
                        <a:alpha val="73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54AC24A2-55DC-A9EB-5053-3FB351FBF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14" t="31686" r="50000" b="42532"/>
              <a:stretch>
                <a:fillRect/>
              </a:stretch>
            </p:blipFill>
            <p:spPr>
              <a:xfrm>
                <a:off x="3441660" y="3955521"/>
                <a:ext cx="646487" cy="223639"/>
              </a:xfrm>
              <a:prstGeom prst="rect">
                <a:avLst/>
              </a:prstGeom>
            </p:spPr>
          </p:pic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1D30CACA-9177-276A-1B01-F2367D8A4A9D}"/>
                  </a:ext>
                </a:extLst>
              </p:cNvPr>
              <p:cNvSpPr/>
              <p:nvPr/>
            </p:nvSpPr>
            <p:spPr>
              <a:xfrm>
                <a:off x="6564759" y="2843463"/>
                <a:ext cx="2356091" cy="584775"/>
              </a:xfrm>
              <a:prstGeom prst="rect">
                <a:avLst/>
              </a:prstGeom>
              <a:noFill/>
              <a:scene3d>
                <a:camera prst="isometricOffAxis2Left"/>
                <a:lightRig rig="threePt" dir="t"/>
              </a:scene3d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1600" b="1" cap="none" spc="0" dirty="0">
                    <a:ln w="3175">
                      <a:solidFill>
                        <a:srgbClr val="C00000"/>
                      </a:solidFill>
                    </a:ln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DISCONNECTED MISSION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D190846-92A7-3577-66C7-0B56F83A3FF9}"/>
                  </a:ext>
                </a:extLst>
              </p:cNvPr>
              <p:cNvSpPr/>
              <p:nvPr/>
            </p:nvSpPr>
            <p:spPr>
              <a:xfrm>
                <a:off x="1509608" y="4494489"/>
                <a:ext cx="2036531" cy="584775"/>
              </a:xfrm>
              <a:prstGeom prst="rect">
                <a:avLst/>
              </a:prstGeom>
              <a:noFill/>
              <a:scene3d>
                <a:camera prst="isometricOffAxis2Left"/>
                <a:lightRig rig="threePt" dir="t"/>
              </a:scene3d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1600" b="1" dirty="0">
                    <a:ln w="3175">
                      <a:solidFill>
                        <a:srgbClr val="0070C0"/>
                      </a:solidFill>
                    </a:ln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MISSION PREPARATION</a:t>
                </a:r>
                <a:endParaRPr lang="en-GB" sz="1600" b="1" cap="none" spc="0" dirty="0">
                  <a:ln w="3175">
                    <a:solidFill>
                      <a:srgbClr val="0070C0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BFEA7FF-AF77-0CED-CAF6-EAB5FB74B26E}"/>
                  </a:ext>
                </a:extLst>
              </p:cNvPr>
              <p:cNvSpPr/>
              <p:nvPr/>
            </p:nvSpPr>
            <p:spPr>
              <a:xfrm>
                <a:off x="3480054" y="5240446"/>
                <a:ext cx="1928898" cy="584775"/>
              </a:xfrm>
              <a:prstGeom prst="rect">
                <a:avLst/>
              </a:prstGeom>
              <a:noFill/>
              <a:scene3d>
                <a:camera prst="isometricOffAxis2Left"/>
                <a:lightRig rig="threePt" dir="t"/>
              </a:scene3d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1600" b="1" dirty="0">
                    <a:ln w="3175">
                      <a:solidFill>
                        <a:srgbClr val="0070C0"/>
                      </a:solidFill>
                    </a:ln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CONNECTED MISSION</a:t>
                </a:r>
                <a:endParaRPr lang="en-GB" sz="1600" b="1" cap="none" spc="0" dirty="0">
                  <a:ln w="3175">
                    <a:solidFill>
                      <a:srgbClr val="0070C0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37F9641-A84A-1C81-9074-C801FAA6A6F0}"/>
                  </a:ext>
                </a:extLst>
              </p:cNvPr>
              <p:cNvSpPr/>
              <p:nvPr/>
            </p:nvSpPr>
            <p:spPr>
              <a:xfrm>
                <a:off x="2875258" y="3230212"/>
                <a:ext cx="1928898" cy="338554"/>
              </a:xfrm>
              <a:prstGeom prst="rect">
                <a:avLst/>
              </a:prstGeom>
              <a:noFill/>
              <a:scene3d>
                <a:camera prst="isometricOffAxis2Left"/>
                <a:lightRig rig="threePt" dir="t"/>
              </a:scene3d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1600" b="1" dirty="0">
                    <a:ln w="3175">
                      <a:solidFill>
                        <a:srgbClr val="0070C0"/>
                      </a:solidFill>
                    </a:ln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RETURN</a:t>
                </a:r>
                <a:endParaRPr lang="en-GB" sz="1600" b="1" cap="none" spc="0" dirty="0">
                  <a:ln w="3175">
                    <a:solidFill>
                      <a:srgbClr val="0070C0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B5C72D5-E84E-A6CA-A8DC-E1A21112763E}"/>
                  </a:ext>
                </a:extLst>
              </p:cNvPr>
              <p:cNvSpPr/>
              <p:nvPr/>
            </p:nvSpPr>
            <p:spPr>
              <a:xfrm>
                <a:off x="6778355" y="5009998"/>
                <a:ext cx="1928898" cy="338554"/>
              </a:xfrm>
              <a:prstGeom prst="rect">
                <a:avLst/>
              </a:prstGeom>
              <a:noFill/>
              <a:scene3d>
                <a:camera prst="isometricOffAxis2Left"/>
                <a:lightRig rig="threePt" dir="t"/>
              </a:scene3d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1600" b="1" dirty="0">
                    <a:ln w="3175">
                      <a:solidFill>
                        <a:srgbClr val="700704"/>
                      </a:solidFill>
                    </a:ln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LINK LOSS</a:t>
                </a:r>
                <a:endParaRPr lang="en-GB" sz="1600" b="1" cap="none" spc="0" dirty="0">
                  <a:ln w="3175">
                    <a:solidFill>
                      <a:srgbClr val="70070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2406EB8-4B32-B00D-5A13-5EB21CACC610}"/>
                  </a:ext>
                </a:extLst>
              </p:cNvPr>
              <p:cNvSpPr/>
              <p:nvPr/>
            </p:nvSpPr>
            <p:spPr>
              <a:xfrm>
                <a:off x="4386273" y="2412282"/>
                <a:ext cx="1661046" cy="584775"/>
              </a:xfrm>
              <a:prstGeom prst="rect">
                <a:avLst/>
              </a:prstGeom>
              <a:noFill/>
              <a:scene3d>
                <a:camera prst="isometricOffAxis2Left"/>
                <a:lightRig rig="threePt" dir="t"/>
              </a:scene3d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1600" b="1" dirty="0">
                    <a:ln w="3175">
                      <a:solidFill>
                        <a:srgbClr val="700704"/>
                      </a:solidFill>
                    </a:ln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LINK RECOVERY</a:t>
                </a:r>
                <a:endParaRPr lang="en-GB" sz="1600" b="1" cap="none" spc="0" dirty="0">
                  <a:ln w="3175">
                    <a:solidFill>
                      <a:srgbClr val="700704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6C249666-AE48-C1A6-1610-32A9DE0B8C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63427" r="50314" b="10791"/>
              <a:stretch>
                <a:fillRect/>
              </a:stretch>
            </p:blipFill>
            <p:spPr>
              <a:xfrm>
                <a:off x="4673599" y="3396972"/>
                <a:ext cx="646487" cy="223639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D520CE2-6A55-E4D8-7102-6E8B499862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15332" t="35695" r="65250" b="36253"/>
              <a:stretch>
                <a:fillRect/>
              </a:stretch>
            </p:blipFill>
            <p:spPr>
              <a:xfrm>
                <a:off x="8006940" y="2335471"/>
                <a:ext cx="371643" cy="357919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65770DE-6219-3F25-248B-D7382BB64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15332" t="35695" r="65250" b="36253"/>
              <a:stretch>
                <a:fillRect/>
              </a:stretch>
            </p:blipFill>
            <p:spPr>
              <a:xfrm>
                <a:off x="8339098" y="3201799"/>
                <a:ext cx="494448" cy="47618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27C28E4-B4B9-6D67-F3FF-D660DC0FDB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15332" t="35695" r="65250" b="36253"/>
              <a:stretch>
                <a:fillRect/>
              </a:stretch>
            </p:blipFill>
            <p:spPr>
              <a:xfrm>
                <a:off x="5634240" y="2496894"/>
                <a:ext cx="277673" cy="267419"/>
              </a:xfrm>
              <a:prstGeom prst="rect">
                <a:avLst/>
              </a:prstGeom>
            </p:spPr>
          </p:pic>
          <p:sp>
            <p:nvSpPr>
              <p:cNvPr id="2" name="Freeform 1">
                <a:extLst>
                  <a:ext uri="{FF2B5EF4-FFF2-40B4-BE49-F238E27FC236}">
                    <a16:creationId xmlns:a16="http://schemas.microsoft.com/office/drawing/2014/main" id="{39CA1CA6-8788-DCEE-BFAB-493F0C2DC8C7}"/>
                  </a:ext>
                </a:extLst>
              </p:cNvPr>
              <p:cNvSpPr/>
              <p:nvPr/>
            </p:nvSpPr>
            <p:spPr>
              <a:xfrm>
                <a:off x="1762049" y="3465324"/>
                <a:ext cx="3233945" cy="187958"/>
              </a:xfrm>
              <a:custGeom>
                <a:avLst/>
                <a:gdLst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863030"/>
                  <a:gd name="csY0" fmla="*/ 0 h 477748"/>
                  <a:gd name="csX1" fmla="*/ 863030 w 863030"/>
                  <a:gd name="csY1" fmla="*/ 477748 h 477748"/>
                  <a:gd name="csX0" fmla="*/ 0 w 2073377"/>
                  <a:gd name="csY0" fmla="*/ 0 h 879932"/>
                  <a:gd name="csX1" fmla="*/ 2073377 w 2073377"/>
                  <a:gd name="csY1" fmla="*/ 879932 h 879932"/>
                  <a:gd name="csX0" fmla="*/ 0 w 2293440"/>
                  <a:gd name="csY0" fmla="*/ 0 h 925462"/>
                  <a:gd name="csX1" fmla="*/ 2293440 w 2293440"/>
                  <a:gd name="csY1" fmla="*/ 925462 h 925462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433825"/>
                  <a:gd name="csY0" fmla="*/ 0 h 1069641"/>
                  <a:gd name="csX1" fmla="*/ 2433825 w 2433825"/>
                  <a:gd name="csY1" fmla="*/ 1069641 h 1069641"/>
                  <a:gd name="csX0" fmla="*/ 0 w 2521091"/>
                  <a:gd name="csY0" fmla="*/ 0 h 1073436"/>
                  <a:gd name="csX1" fmla="*/ 2521091 w 2521091"/>
                  <a:gd name="csY1" fmla="*/ 1073436 h 1073436"/>
                  <a:gd name="csX0" fmla="*/ 0 w 2521091"/>
                  <a:gd name="csY0" fmla="*/ 0 h 1073745"/>
                  <a:gd name="csX1" fmla="*/ 2521091 w 2521091"/>
                  <a:gd name="csY1" fmla="*/ 1073436 h 1073745"/>
                  <a:gd name="csX0" fmla="*/ 0 w 1957673"/>
                  <a:gd name="csY0" fmla="*/ 0 h 589109"/>
                  <a:gd name="csX1" fmla="*/ 1957673 w 1957673"/>
                  <a:gd name="csY1" fmla="*/ 588527 h 589109"/>
                  <a:gd name="csX0" fmla="*/ 0 w 1957673"/>
                  <a:gd name="csY0" fmla="*/ 25 h 589061"/>
                  <a:gd name="csX1" fmla="*/ 1957673 w 1957673"/>
                  <a:gd name="csY1" fmla="*/ 588552 h 589061"/>
                  <a:gd name="csX0" fmla="*/ 0 w 2241663"/>
                  <a:gd name="csY0" fmla="*/ 173 h 64598"/>
                  <a:gd name="csX1" fmla="*/ 2241663 w 2241663"/>
                  <a:gd name="csY1" fmla="*/ 61404 h 64598"/>
                  <a:gd name="csX0" fmla="*/ 0 w 2241663"/>
                  <a:gd name="csY0" fmla="*/ 53 h 146418"/>
                  <a:gd name="csX1" fmla="*/ 2241663 w 2241663"/>
                  <a:gd name="csY1" fmla="*/ 61284 h 1464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41663" h="146418">
                    <a:moveTo>
                      <a:pt x="0" y="53"/>
                    </a:moveTo>
                    <a:cubicBezTo>
                      <a:pt x="987877" y="-4490"/>
                      <a:pt x="1879034" y="285456"/>
                      <a:pt x="2241663" y="61284"/>
                    </a:cubicBezTo>
                  </a:path>
                </a:pathLst>
              </a:custGeom>
              <a:noFill/>
              <a:ln w="9525">
                <a:gradFill>
                  <a:gsLst>
                    <a:gs pos="37000">
                      <a:schemeClr val="accent1">
                        <a:lumMod val="5000"/>
                        <a:lumOff val="95000"/>
                        <a:alpha val="75000"/>
                      </a:schemeClr>
                    </a:gs>
                    <a:gs pos="0">
                      <a:schemeClr val="accent1">
                        <a:lumMod val="41000"/>
                        <a:lumOff val="59000"/>
                        <a:alpha val="80835"/>
                      </a:schemeClr>
                    </a:gs>
                    <a:gs pos="83000">
                      <a:schemeClr val="accent1">
                        <a:lumMod val="45000"/>
                        <a:lumOff val="55000"/>
                        <a:alpha val="73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2ED2F7E0-DC87-ECCB-56C9-5EEE28B5C6F1}"/>
                  </a:ext>
                </a:extLst>
              </p:cNvPr>
              <p:cNvGrpSpPr/>
              <p:nvPr/>
            </p:nvGrpSpPr>
            <p:grpSpPr>
              <a:xfrm>
                <a:off x="3585128" y="3480933"/>
                <a:ext cx="497510" cy="523220"/>
                <a:chOff x="3629956" y="245841"/>
                <a:chExt cx="497510" cy="52322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isometricOffAxis2Left"/>
                <a:lightRig rig="threePt" dir="t"/>
              </a:scene3d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8F0FD4FE-618A-B579-CF35-980552237395}"/>
                    </a:ext>
                  </a:extLst>
                </p:cNvPr>
                <p:cNvSpPr/>
                <p:nvPr/>
              </p:nvSpPr>
              <p:spPr>
                <a:xfrm>
                  <a:off x="3629956" y="278358"/>
                  <a:ext cx="458191" cy="45819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70C0"/>
                  </a:solidFill>
                </a:ln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F474BFF-2A37-6ACB-4812-D58760CC76BA}"/>
                    </a:ext>
                  </a:extLst>
                </p:cNvPr>
                <p:cNvSpPr txBox="1"/>
                <p:nvPr/>
              </p:nvSpPr>
              <p:spPr>
                <a:xfrm flipH="1">
                  <a:off x="3669275" y="245841"/>
                  <a:ext cx="458191" cy="523220"/>
                </a:xfrm>
                <a:prstGeom prst="rect">
                  <a:avLst/>
                </a:prstGeom>
                <a:noFill/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>
                      <a:solidFill>
                        <a:srgbClr val="0070C0"/>
                      </a:solidFill>
                    </a:rPr>
                    <a:t>6</a:t>
                  </a: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5C66D77-5AE9-F4BF-1B2D-72504C5BF6EC}"/>
                  </a:ext>
                </a:extLst>
              </p:cNvPr>
              <p:cNvGrpSpPr/>
              <p:nvPr/>
            </p:nvGrpSpPr>
            <p:grpSpPr>
              <a:xfrm>
                <a:off x="2518365" y="2775553"/>
                <a:ext cx="497510" cy="523220"/>
                <a:chOff x="3629956" y="245841"/>
                <a:chExt cx="497510" cy="52322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isometricOffAxis2Left"/>
                <a:lightRig rig="threePt" dir="t"/>
              </a:scene3d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4C65F66A-9BB6-7677-9CFC-54EA9B43BDF6}"/>
                    </a:ext>
                  </a:extLst>
                </p:cNvPr>
                <p:cNvSpPr/>
                <p:nvPr/>
              </p:nvSpPr>
              <p:spPr>
                <a:xfrm>
                  <a:off x="3629956" y="278358"/>
                  <a:ext cx="458191" cy="458191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0070C0"/>
                  </a:solidFill>
                </a:ln>
                <a:sp3d>
                  <a:bevelT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4582C93-E64E-D901-1136-F5EE4EA342D3}"/>
                    </a:ext>
                  </a:extLst>
                </p:cNvPr>
                <p:cNvSpPr txBox="1"/>
                <p:nvPr/>
              </p:nvSpPr>
              <p:spPr>
                <a:xfrm flipH="1">
                  <a:off x="3669275" y="245841"/>
                  <a:ext cx="458191" cy="523220"/>
                </a:xfrm>
                <a:prstGeom prst="rect">
                  <a:avLst/>
                </a:prstGeom>
                <a:noFill/>
                <a:sp3d>
                  <a:bevelT/>
                </a:sp3d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2800" b="1" dirty="0">
                      <a:solidFill>
                        <a:srgbClr val="0070C0"/>
                      </a:solidFill>
                    </a:rPr>
                    <a:t>7</a:t>
                  </a:r>
                </a:p>
              </p:txBody>
            </p:sp>
          </p:grp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42F92EC-84A8-349A-AEC3-C2DFD126CA7D}"/>
                  </a:ext>
                </a:extLst>
              </p:cNvPr>
              <p:cNvSpPr/>
              <p:nvPr/>
            </p:nvSpPr>
            <p:spPr>
              <a:xfrm>
                <a:off x="1797845" y="2213443"/>
                <a:ext cx="1928898" cy="584775"/>
              </a:xfrm>
              <a:prstGeom prst="rect">
                <a:avLst/>
              </a:prstGeom>
              <a:noFill/>
              <a:scene3d>
                <a:camera prst="isometricOffAxis2Left"/>
                <a:lightRig rig="threePt" dir="t"/>
              </a:scene3d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GB" sz="1600" b="1" dirty="0">
                    <a:ln w="3175">
                      <a:solidFill>
                        <a:srgbClr val="0070C0"/>
                      </a:solidFill>
                    </a:ln>
                    <a:solidFill>
                      <a:schemeClr val="bg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POST-MISSION ANALYSIS</a:t>
                </a:r>
                <a:endParaRPr lang="en-GB" sz="1600" b="1" cap="none" spc="0" dirty="0">
                  <a:ln w="3175">
                    <a:solidFill>
                      <a:srgbClr val="0070C0"/>
                    </a:solidFill>
                  </a:ln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9D8949E-3B2A-817B-C8D1-AFBDDA2E1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5332" t="35695" r="65250" b="36253"/>
            <a:stretch>
              <a:fillRect/>
            </a:stretch>
          </p:blipFill>
          <p:spPr>
            <a:xfrm>
              <a:off x="5065993" y="4048771"/>
              <a:ext cx="227368" cy="2189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4911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226</Words>
  <Application>Microsoft Macintosh PowerPoint</Application>
  <PresentationFormat>Widescreen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Tomas Benedicto</dc:creator>
  <cp:lastModifiedBy>Tomas Benedicto</cp:lastModifiedBy>
  <cp:revision>9</cp:revision>
  <dcterms:created xsi:type="dcterms:W3CDTF">2026-03-13T20:38:34Z</dcterms:created>
  <dcterms:modified xsi:type="dcterms:W3CDTF">2026-04-23T08:37:54Z</dcterms:modified>
</cp:coreProperties>
</file>